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61" r:id="rId6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9" d="100"/>
          <a:sy n="69" d="100"/>
        </p:scale>
        <p:origin x="75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 smtClean="0"/>
              <a:t>Clique para editar o estilo do subtítulo mestre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177A8D-0DF3-4EBF-B986-6E56E28E0DD5}" type="datetimeFigureOut">
              <a:rPr lang="pt-BR" smtClean="0"/>
              <a:t>27/11/2025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83C43A-7747-4B77-AD81-3D7F82B01A7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687529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177A8D-0DF3-4EBF-B986-6E56E28E0DD5}" type="datetimeFigureOut">
              <a:rPr lang="pt-BR" smtClean="0"/>
              <a:t>27/11/2025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83C43A-7747-4B77-AD81-3D7F82B01A7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714012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177A8D-0DF3-4EBF-B986-6E56E28E0DD5}" type="datetimeFigureOut">
              <a:rPr lang="pt-BR" smtClean="0"/>
              <a:t>27/11/2025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83C43A-7747-4B77-AD81-3D7F82B01A7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4073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177A8D-0DF3-4EBF-B986-6E56E28E0DD5}" type="datetimeFigureOut">
              <a:rPr lang="pt-BR" smtClean="0"/>
              <a:t>27/11/2025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83C43A-7747-4B77-AD81-3D7F82B01A7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07479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177A8D-0DF3-4EBF-B986-6E56E28E0DD5}" type="datetimeFigureOut">
              <a:rPr lang="pt-BR" smtClean="0"/>
              <a:t>27/11/2025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83C43A-7747-4B77-AD81-3D7F82B01A7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557818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177A8D-0DF3-4EBF-B986-6E56E28E0DD5}" type="datetimeFigureOut">
              <a:rPr lang="pt-BR" smtClean="0"/>
              <a:t>27/11/2025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83C43A-7747-4B77-AD81-3D7F82B01A7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292871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177A8D-0DF3-4EBF-B986-6E56E28E0DD5}" type="datetimeFigureOut">
              <a:rPr lang="pt-BR" smtClean="0"/>
              <a:t>27/11/2025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83C43A-7747-4B77-AD81-3D7F82B01A7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211548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177A8D-0DF3-4EBF-B986-6E56E28E0DD5}" type="datetimeFigureOut">
              <a:rPr lang="pt-BR" smtClean="0"/>
              <a:t>27/11/2025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83C43A-7747-4B77-AD81-3D7F82B01A7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969895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177A8D-0DF3-4EBF-B986-6E56E28E0DD5}" type="datetimeFigureOut">
              <a:rPr lang="pt-BR" smtClean="0"/>
              <a:t>27/11/2025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83C43A-7747-4B77-AD81-3D7F82B01A7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156735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177A8D-0DF3-4EBF-B986-6E56E28E0DD5}" type="datetimeFigureOut">
              <a:rPr lang="pt-BR" smtClean="0"/>
              <a:t>27/11/2025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83C43A-7747-4B77-AD81-3D7F82B01A7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456677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177A8D-0DF3-4EBF-B986-6E56E28E0DD5}" type="datetimeFigureOut">
              <a:rPr lang="pt-BR" smtClean="0"/>
              <a:t>27/11/2025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83C43A-7747-4B77-AD81-3D7F82B01A7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873359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177A8D-0DF3-4EBF-B986-6E56E28E0DD5}" type="datetimeFigureOut">
              <a:rPr lang="pt-BR" smtClean="0"/>
              <a:t>27/11/2025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83C43A-7747-4B77-AD81-3D7F82B01A7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622396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pt-BR" dirty="0" err="1" smtClean="0"/>
              <a:t>MecOn</a:t>
            </a:r>
            <a:r>
              <a:rPr lang="pt-BR" dirty="0" smtClean="0"/>
              <a:t>: </a:t>
            </a:r>
            <a:r>
              <a:rPr lang="pt-BR" dirty="0"/>
              <a:t>Plataforma inteligente para conectar motoristas e oficinas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endParaRPr lang="pt-BR" dirty="0"/>
          </a:p>
          <a:p>
            <a:r>
              <a:rPr lang="pt-BR" dirty="0" smtClean="0"/>
              <a:t>Andrey Dmitrievich Muniz Alves</a:t>
            </a:r>
          </a:p>
          <a:p>
            <a:r>
              <a:rPr lang="pt-BR" dirty="0" smtClean="0"/>
              <a:t>Projeto Interdisciplinar I - 2025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9617694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 smtClean="0"/>
              <a:t>Motivação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pt-BR" dirty="0" smtClean="0"/>
              <a:t>A busca por oficinas mecânicas confiáveis ainda é um problema recorrente para motoristas, que enfrentam falta de informações claras sobre preço, qualidade, especialização e reputação. A pesquisa realizada revelou dificuldades frequentes em encontrar dados confiáveis (75%) e uma forte dependência de indicações informais (100%), além de inúmeros relatos de serviços mal executados e diagnósticos incorretos. Diante desse cenário, surge a necessidade de uma solução digital que ofereça transparência, organização das informações e maior segurança na escolha de oficinas (75% usariam a plataforma com certeza e 25% talvez), promovendo também a modernização do setor automotivo local.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4519923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 smtClean="0"/>
              <a:t>Objetivo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pt-BR" dirty="0" smtClean="0"/>
              <a:t>Desenvolver um MVP do </a:t>
            </a:r>
            <a:r>
              <a:rPr lang="pt-BR" dirty="0" err="1" smtClean="0"/>
              <a:t>MecOn</a:t>
            </a:r>
            <a:r>
              <a:rPr lang="pt-BR" dirty="0" smtClean="0"/>
              <a:t>, uma plataforma digital que permita localizar, comparar e avaliar oficinas mecânicas com base em critérios como preço, localização, especialidade e reputação (ODS 9). O objetivo é facilitar a tomada de decisão dos usuários, aumentar a confiabilidade no processo de contratação e contribuir para a transformação digital das oficinas de pequeno porte (ODS 8), tornando a relação entre consumidor e prestador de serviço mais prática, segura e transparente (ODS 11).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7557238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 smtClean="0"/>
              <a:t>Diagrama de casos de uso</a:t>
            </a:r>
            <a:endParaRPr lang="pt-BR" dirty="0"/>
          </a:p>
        </p:txBody>
      </p:sp>
      <p:pic>
        <p:nvPicPr>
          <p:cNvPr id="4" name="Espaço Reservado para Conteúdo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74014" y="1469016"/>
            <a:ext cx="6556129" cy="4851536"/>
          </a:xfrm>
        </p:spPr>
      </p:pic>
    </p:spTree>
    <p:extLst>
      <p:ext uri="{BB962C8B-B14F-4D97-AF65-F5344CB8AC3E}">
        <p14:creationId xmlns:p14="http://schemas.microsoft.com/office/powerpoint/2010/main" val="13055067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 smtClean="0"/>
              <a:t>Obrigado.</a:t>
            </a:r>
            <a:endParaRPr lang="pt-BR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841508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</TotalTime>
  <Words>224</Words>
  <Application>Microsoft Office PowerPoint</Application>
  <PresentationFormat>Widescreen</PresentationFormat>
  <Paragraphs>10</Paragraphs>
  <Slides>5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Tema do Office</vt:lpstr>
      <vt:lpstr>MecOn: Plataforma inteligente para conectar motoristas e oficinas</vt:lpstr>
      <vt:lpstr>Motivação</vt:lpstr>
      <vt:lpstr>Objetivo</vt:lpstr>
      <vt:lpstr>Diagrama de casos de uso</vt:lpstr>
      <vt:lpstr>Obrigado.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MecOn: Plataforma inteligente para conectar motoristas e oficinas</dc:title>
  <dc:creator>Andrey</dc:creator>
  <cp:lastModifiedBy>Andrey</cp:lastModifiedBy>
  <cp:revision>5</cp:revision>
  <dcterms:created xsi:type="dcterms:W3CDTF">2025-11-27T15:17:07Z</dcterms:created>
  <dcterms:modified xsi:type="dcterms:W3CDTF">2025-11-27T15:51:18Z</dcterms:modified>
</cp:coreProperties>
</file>